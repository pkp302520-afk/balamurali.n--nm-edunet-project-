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</p:sldIdLst>
  <p:sldSz type="screen16x9" cy="6858000" cx="12192000"/>
  <p:notesSz cx="12192000" cy="6858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tableStyles" Target="tableStyles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70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1048704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IN"/>
          </a:p>
        </p:txBody>
      </p:sp>
      <p:sp>
        <p:nvSpPr>
          <p:cNvPr id="104870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0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70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60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"/>
          <p:cNvSpPr>
            <a:spLocks noGrp="1"/>
          </p:cNvSpPr>
          <p:nvPr>
            <p:ph type="body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48260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32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592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6670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593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94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595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23901"/>
          </a:xfrm>
        </p:spPr>
        <p:txBody>
          <a:bodyPr bIns="0" lIns="0" rIns="0" tIns="0"/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692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66700"/>
          </a:xfrm>
        </p:spPr>
        <p:txBody>
          <a:bodyPr bIns="0" lIns="0" rIns="0" tIns="0"/>
          <a:p/>
        </p:txBody>
      </p:sp>
      <p:sp>
        <p:nvSpPr>
          <p:cNvPr id="1048693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94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695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23901"/>
          </a:xfrm>
        </p:spPr>
        <p:txBody>
          <a:bodyPr bIns="0" lIns="0" rIns="0" tIns="0"/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697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6670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98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6670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99" name="Holder 5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700" name="Holder 6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701" name="Holder 7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23901"/>
          </a:xfrm>
        </p:spPr>
        <p:txBody>
          <a:bodyPr bIns="0" lIns="0" rIns="0" tIns="0"/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608" name="Holder 3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09" name="Holder 4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610" name="Holder 5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Holder 2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77" name="Holder 3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678" name="Holder 4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ah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bIns="0" lIns="0" rIns="0" rtlCol="0" tIns="0" wrap="square"/>
          <a:p/>
        </p:txBody>
      </p:sp>
      <p:sp>
        <p:nvSpPr>
          <p:cNvPr id="104857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ah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bIns="0" lIns="0" rIns="0" rtlCol="0" tIns="0" wrap="square"/>
          <a:p/>
        </p:txBody>
      </p:sp>
      <p:sp>
        <p:nvSpPr>
          <p:cNvPr id="104857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ah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7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ah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ah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ah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ah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ah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ah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ah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6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587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588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/>
        </p:spPr>
        <p:txBody>
          <a:bodyPr bIns="0" lIns="0" rIns="0" tIns="0" wrap="square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89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/>
        </p:spPr>
        <p:txBody>
          <a:bodyPr bIns="0" lIns="0" rIns="0" tIns="0" wrap="square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590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5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5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5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</p:bgPr>
    </p:bg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2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1048596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ah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bIns="0" lIns="0" rIns="0" rtlCol="0" tIns="0" wrap="square"/>
            <a:p/>
          </p:txBody>
        </p:sp>
        <p:sp>
          <p:nvSpPr>
            <p:cNvPr id="1048597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ah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bIns="0" lIns="0" rIns="0" rtlCol="0" tIns="0" wrap="square"/>
            <a:p/>
          </p:txBody>
        </p:sp>
      </p:grpSp>
      <p:sp>
        <p:nvSpPr>
          <p:cNvPr id="1048598" name="object 5"/>
          <p:cNvSpPr/>
          <p:nvPr/>
        </p:nvSpPr>
        <p:spPr>
          <a:xfrm>
            <a:off x="3752850" y="1190625"/>
            <a:ext cx="1666875" cy="1438275"/>
          </a:xfrm>
          <a:custGeom>
            <a:avLst/>
            <a:ah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bIns="0" lIns="0" rIns="0" rtlCol="0" tIns="0" wrap="square"/>
          <a:p/>
        </p:txBody>
      </p:sp>
      <p:sp>
        <p:nvSpPr>
          <p:cNvPr id="1048599" name="object 6"/>
          <p:cNvSpPr/>
          <p:nvPr/>
        </p:nvSpPr>
        <p:spPr>
          <a:xfrm>
            <a:off x="3800475" y="5229225"/>
            <a:ext cx="723900" cy="619125"/>
          </a:xfrm>
          <a:custGeom>
            <a:avLst/>
            <a:ah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00" name="object 7"/>
          <p:cNvSpPr txBox="1">
            <a:spLocks noGrp="1"/>
          </p:cNvSpPr>
          <p:nvPr>
            <p:ph type="ctrTitle"/>
          </p:nvPr>
        </p:nvSpPr>
        <p:spPr>
          <a:xfrm>
            <a:off x="1523999" y="19665"/>
            <a:ext cx="7629525" cy="1001556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3213735">
              <a:spcBef>
                <a:spcPts val="130"/>
              </a:spcBef>
            </a:pPr>
            <a:r>
              <a:rPr b="1" dirty="0" i="0" lang="en-US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Portfolio </a:t>
            </a:r>
            <a:br>
              <a:rPr b="1" dirty="0" i="0" lang="en-US">
                <a:solidFill>
                  <a:srgbClr val="0F0F0F"/>
                </a:solidFill>
                <a:effectLst/>
                <a:latin typeface="Roboto" panose="020F0502020204030204" pitchFamily="2" charset="0"/>
              </a:rPr>
            </a:br>
            <a:endParaRPr dirty="0" spc="15"/>
          </a:p>
        </p:txBody>
      </p:sp>
      <p:pic>
        <p:nvPicPr>
          <p:cNvPr id="2097152" name="object 9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01" name="object 11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1</a:t>
            </a:fld>
            <a:endParaRPr dirty="0" spc="10"/>
          </a:p>
        </p:txBody>
      </p:sp>
      <p:sp>
        <p:nvSpPr>
          <p:cNvPr id="1048602" name="TextBox 13"/>
          <p:cNvSpPr txBox="1"/>
          <p:nvPr/>
        </p:nvSpPr>
        <p:spPr>
          <a:xfrm>
            <a:off x="1490661" y="2760980"/>
            <a:ext cx="8610600" cy="358141"/>
          </a:xfrm>
          <a:prstGeom prst="rect"/>
          <a:noFill/>
        </p:spPr>
        <p:txBody>
          <a:bodyPr anchor="t" bIns="45720" lIns="91440" rIns="91440" rtlCol="0" tIns="45720" wrap="square">
            <a:spAutoFit/>
          </a:bodyPr>
          <a:p>
            <a:endParaRPr altLang="en-US" lang="zh-CN"/>
          </a:p>
        </p:txBody>
      </p:sp>
      <p:sp>
        <p:nvSpPr>
          <p:cNvPr id="1048603" name=""/>
          <p:cNvSpPr txBox="1"/>
          <p:nvPr/>
        </p:nvSpPr>
        <p:spPr>
          <a:xfrm>
            <a:off x="4096000" y="3219450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/>
            </a:r>
            <a:endParaRPr sz="2800" lang="en-US">
              <a:solidFill>
                <a:srgbClr val="000000"/>
              </a:solidFill>
            </a:endParaRPr>
          </a:p>
        </p:txBody>
      </p:sp>
      <p:sp>
        <p:nvSpPr>
          <p:cNvPr id="1048708" name=""/>
          <p:cNvSpPr txBox="1"/>
          <p:nvPr/>
        </p:nvSpPr>
        <p:spPr>
          <a:xfrm>
            <a:off x="2000818" y="1649579"/>
            <a:ext cx="9473873" cy="3025140"/>
          </a:xfrm>
          <a:prstGeom prst="rect"/>
        </p:spPr>
        <p:txBody>
          <a:bodyPr rtlCol="0" wrap="square">
            <a:spAutoFit/>
          </a:bodyPr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b="1" sz="2800" lang="en-US">
                <a:solidFill>
                  <a:srgbClr val="000000"/>
                </a:solidFill>
                <a:latin typeface="Arial"/>
              </a:rPr>
              <a:t>S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T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U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DENT 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NAME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: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B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A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L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A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M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U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R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A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L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I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.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N</a:t>
            </a:r>
            <a:endParaRPr sz="3200" lang="en-US">
              <a:solidFill>
                <a:srgbClr val="000000"/>
              </a:solidFill>
            </a:endParaRPr>
          </a:p>
          <a:p>
            <a:r>
              <a:rPr b="1" sz="2800" lang="en-US">
                <a:solidFill>
                  <a:srgbClr val="000000"/>
                </a:solidFill>
                <a:latin typeface="Arial"/>
              </a:rPr>
              <a:t>R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E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G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N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O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: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2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4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2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2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k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2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1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9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5</a:t>
            </a:r>
            <a:endParaRPr sz="3200" lang="en-US">
              <a:solidFill>
                <a:srgbClr val="000000"/>
              </a:solidFill>
            </a:endParaRPr>
          </a:p>
          <a:p>
            <a:r>
              <a:rPr b="1" sz="2800" lang="en-US">
                <a:solidFill>
                  <a:srgbClr val="000000"/>
                </a:solidFill>
                <a:latin typeface="Arial"/>
              </a:rPr>
              <a:t>N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M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I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'D 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: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2ECCA3300E33D1CB70840B34DBB420E7</a:t>
            </a:r>
            <a:endParaRPr sz="3200" lang="en-US">
              <a:solidFill>
                <a:srgbClr val="000000"/>
              </a:solidFill>
            </a:endParaRPr>
          </a:p>
          <a:p>
            <a:r>
              <a:rPr b="1" sz="2800" lang="en-US">
                <a:solidFill>
                  <a:srgbClr val="000000"/>
                </a:solidFill>
                <a:latin typeface="Arial"/>
              </a:rPr>
              <a:t>C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O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L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L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EGE 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: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P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U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R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A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T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C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H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I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T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H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A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L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A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IVI 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A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M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M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A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G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O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V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ERNMENT 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ARTS 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AND 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SCIENCE 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COLLEGE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,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 PALLADAM 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.</a:t>
            </a:r>
            <a:endParaRPr sz="3200" lang="en-US">
              <a:solidFill>
                <a:srgbClr val="000000"/>
              </a:solidFill>
            </a:endParaRPr>
          </a:p>
          <a:p>
            <a:r>
              <a:rPr b="1" sz="2800" lang="en-US">
                <a:solidFill>
                  <a:srgbClr val="000000"/>
                </a:solidFill>
                <a:latin typeface="Arial"/>
              </a:rPr>
              <a:t>U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N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I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V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E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R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SITY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: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B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H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A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R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A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T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I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A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R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U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N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I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V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E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R</a:t>
            </a:r>
            <a:r>
              <a:rPr b="0" sz="2800" lang="en-US">
                <a:solidFill>
                  <a:srgbClr val="000000"/>
                </a:solidFill>
                <a:latin typeface="Arial"/>
              </a:rPr>
              <a:t>SITY </a:t>
            </a:r>
            <a:endParaRPr sz="32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92D04F"/>
        </a:solidFill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1048611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ah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12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ah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13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ah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4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ah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5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ah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6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ah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7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ah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8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ah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9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ah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</p:grpSp>
      <p:sp>
        <p:nvSpPr>
          <p:cNvPr id="1048620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ah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621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22" name="object 15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23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sp>
        <p:nvSpPr>
          <p:cNvPr id="1048624" name="object 1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3909695" cy="6388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250" spc="5"/>
              <a:t>PROJECT</a:t>
            </a:r>
            <a:r>
              <a:rPr dirty="0" sz="4250" spc="-85"/>
              <a:t> </a:t>
            </a:r>
            <a:r>
              <a:rPr dirty="0" sz="4250" spc="25"/>
              <a:t>TITLE</a:t>
            </a:r>
            <a:endParaRPr sz="4250"/>
          </a:p>
        </p:txBody>
      </p:sp>
      <p:grpSp>
        <p:nvGrpSpPr>
          <p:cNvPr id="31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2097153" name="object 19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/>
          </p:spPr>
        </p:pic>
        <p:pic>
          <p:nvPicPr>
            <p:cNvPr id="2097154" name="object 20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/>
          </p:spPr>
        </p:pic>
      </p:grpSp>
      <p:sp>
        <p:nvSpPr>
          <p:cNvPr id="1048625" name="object 22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2</a:t>
            </a:fld>
            <a:endParaRPr dirty="0" spc="10"/>
          </a:p>
        </p:txBody>
      </p:sp>
      <p:sp>
        <p:nvSpPr>
          <p:cNvPr id="1048626" name=""/>
          <p:cNvSpPr txBox="1"/>
          <p:nvPr/>
        </p:nvSpPr>
        <p:spPr>
          <a:xfrm>
            <a:off x="4171949" y="2601828"/>
            <a:ext cx="4000000" cy="624840"/>
          </a:xfrm>
          <a:prstGeom prst="rect"/>
        </p:spPr>
        <p:txBody>
          <a:bodyPr rtlCol="0" wrap="square">
            <a:spAutoFit/>
          </a:bodyPr>
          <a:p>
            <a:r>
              <a:rPr sz="3600" lang="en-US">
                <a:solidFill>
                  <a:srgbClr val="000000"/>
                </a:solidFill>
              </a:rPr>
              <a:t>D</a:t>
            </a:r>
            <a:r>
              <a:rPr sz="3600" lang="en-US">
                <a:solidFill>
                  <a:srgbClr val="000000"/>
                </a:solidFill>
              </a:rPr>
              <a:t>I</a:t>
            </a:r>
            <a:r>
              <a:rPr sz="3600" lang="en-US">
                <a:solidFill>
                  <a:srgbClr val="000000"/>
                </a:solidFill>
              </a:rPr>
              <a:t>G</a:t>
            </a:r>
            <a:r>
              <a:rPr sz="3600" lang="en-US">
                <a:solidFill>
                  <a:srgbClr val="000000"/>
                </a:solidFill>
              </a:rPr>
              <a:t>I</a:t>
            </a:r>
            <a:r>
              <a:rPr sz="3600" lang="en-US">
                <a:solidFill>
                  <a:srgbClr val="000000"/>
                </a:solidFill>
              </a:rPr>
              <a:t>TAL </a:t>
            </a:r>
            <a:r>
              <a:rPr sz="3600" lang="en-US">
                <a:solidFill>
                  <a:srgbClr val="000000"/>
                </a:solidFill>
              </a:rPr>
              <a:t>PORTFOLIO </a:t>
            </a:r>
            <a:endParaRPr sz="2800" lang="en-US">
              <a:solidFill>
                <a:srgbClr val="000000"/>
              </a:solidFill>
            </a:endParaRPr>
          </a:p>
        </p:txBody>
      </p:sp>
      <p:sp>
        <p:nvSpPr>
          <p:cNvPr id="1048627" name=""/>
          <p:cNvSpPr txBox="1"/>
          <p:nvPr/>
        </p:nvSpPr>
        <p:spPr>
          <a:xfrm>
            <a:off x="4096000" y="3219450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/>
            </a:r>
            <a:endParaRPr sz="2800" lang="en-US">
              <a:solidFill>
                <a:srgbClr val="000000"/>
              </a:solidFill>
            </a:endParaRPr>
          </a:p>
        </p:txBody>
      </p:sp>
      <p:sp>
        <p:nvSpPr>
          <p:cNvPr id="1048628" name=""/>
          <p:cNvSpPr txBox="1"/>
          <p:nvPr/>
        </p:nvSpPr>
        <p:spPr>
          <a:xfrm>
            <a:off x="7010400" y="4852035"/>
            <a:ext cx="4000000" cy="624840"/>
          </a:xfrm>
          <a:prstGeom prst="rect"/>
        </p:spPr>
        <p:txBody>
          <a:bodyPr rtlCol="0" wrap="square">
            <a:spAutoFit/>
          </a:bodyPr>
          <a:p>
            <a:r>
              <a:rPr sz="3600" lang="en-US">
                <a:solidFill>
                  <a:srgbClr val="000000"/>
                </a:solidFill>
              </a:rPr>
              <a:t>-</a:t>
            </a:r>
            <a:r>
              <a:rPr sz="3600" lang="en-US">
                <a:solidFill>
                  <a:srgbClr val="000000"/>
                </a:solidFill>
              </a:rPr>
              <a:t>B</a:t>
            </a:r>
            <a:r>
              <a:rPr sz="3600" lang="en-US">
                <a:solidFill>
                  <a:srgbClr val="000000"/>
                </a:solidFill>
              </a:rPr>
              <a:t>A</a:t>
            </a:r>
            <a:r>
              <a:rPr sz="3600" lang="en-US">
                <a:solidFill>
                  <a:srgbClr val="000000"/>
                </a:solidFill>
              </a:rPr>
              <a:t>L</a:t>
            </a:r>
            <a:r>
              <a:rPr sz="3600" lang="en-US">
                <a:solidFill>
                  <a:srgbClr val="000000"/>
                </a:solidFill>
              </a:rPr>
              <a:t>A</a:t>
            </a:r>
            <a:r>
              <a:rPr sz="3600" lang="en-US">
                <a:solidFill>
                  <a:srgbClr val="000000"/>
                </a:solidFill>
              </a:rPr>
              <a:t>M</a:t>
            </a:r>
            <a:r>
              <a:rPr sz="3600" lang="en-US">
                <a:solidFill>
                  <a:srgbClr val="000000"/>
                </a:solidFill>
              </a:rPr>
              <a:t>U</a:t>
            </a:r>
            <a:r>
              <a:rPr sz="3600" lang="en-US">
                <a:solidFill>
                  <a:srgbClr val="000000"/>
                </a:solidFill>
              </a:rPr>
              <a:t>R</a:t>
            </a:r>
            <a:r>
              <a:rPr sz="3600" lang="en-US">
                <a:solidFill>
                  <a:srgbClr val="000000"/>
                </a:solidFill>
              </a:rPr>
              <a:t>A</a:t>
            </a:r>
            <a:r>
              <a:rPr sz="3600" lang="en-US">
                <a:solidFill>
                  <a:srgbClr val="000000"/>
                </a:solidFill>
              </a:rPr>
              <a:t>L</a:t>
            </a:r>
            <a:r>
              <a:rPr sz="3600" lang="en-US">
                <a:solidFill>
                  <a:srgbClr val="000000"/>
                </a:solidFill>
              </a:rPr>
              <a:t>I</a:t>
            </a:r>
            <a:r>
              <a:rPr sz="3600" lang="en-US">
                <a:solidFill>
                  <a:srgbClr val="000000"/>
                </a:solidFill>
              </a:rPr>
              <a:t> </a:t>
            </a:r>
            <a:r>
              <a:rPr sz="3600" lang="en-US">
                <a:solidFill>
                  <a:srgbClr val="000000"/>
                </a:solidFill>
              </a:rPr>
              <a:t>.</a:t>
            </a:r>
            <a:r>
              <a:rPr sz="3600" lang="en-US">
                <a:solidFill>
                  <a:srgbClr val="000000"/>
                </a:solidFill>
              </a:rPr>
              <a:t>N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92D04F"/>
        </a:solidFill>
      </p:bgPr>
    </p:bg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object 2"/>
          <p:cNvSpPr/>
          <p:nvPr/>
        </p:nvSpPr>
        <p:spPr>
          <a:xfrm>
            <a:off x="-76200" y="28579"/>
            <a:ext cx="12481713" cy="6858000"/>
          </a:xfrm>
          <a:custGeom>
            <a:avLst/>
            <a:ah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92D04F"/>
          </a:solidFill>
        </p:spPr>
        <p:txBody>
          <a:bodyPr bIns="0" lIns="0" rIns="0" rtlCol="0" tIns="0" wrap="square"/>
          <a:p>
            <a:endParaRPr dirty="0"/>
          </a:p>
        </p:txBody>
      </p:sp>
      <p:sp>
        <p:nvSpPr>
          <p:cNvPr id="1048631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ah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632" name="object 14"/>
          <p:cNvSpPr txBox="1"/>
          <p:nvPr/>
        </p:nvSpPr>
        <p:spPr>
          <a:xfrm>
            <a:off x="752475" y="6486037"/>
            <a:ext cx="1773555" cy="166370"/>
          </a:xfrm>
          <a:prstGeom prst="rect"/>
        </p:spPr>
        <p:txBody>
          <a:bodyPr bIns="0" lIns="0" rIns="0" rtlCol="0" tIns="0" vert="horz" wrap="square">
            <a:spAutoFit/>
          </a:bodyPr>
          <a:p>
            <a:pPr>
              <a:lnSpc>
                <a:spcPts val="1275"/>
              </a:lnSpc>
            </a:pPr>
            <a:r>
              <a:rPr dirty="0" sz="1100" spc="2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dirty="0" sz="1100" spc="1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dirty="0" sz="110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dirty="0" sz="1100" spc="13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 spc="5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b="1" dirty="0" sz="1100" spc="1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b="1" dirty="0" sz="1100" spc="-14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9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b="1" dirty="0" sz="1100" spc="-35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48633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ah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bIns="0" lIns="0" rIns="0" rtlCol="0" tIns="0" wrap="square"/>
          <a:p/>
        </p:txBody>
      </p:sp>
      <p:pic>
        <p:nvPicPr>
          <p:cNvPr id="2097155" name="object 17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/>
        </p:spPr>
      </p:pic>
      <p:grpSp>
        <p:nvGrpSpPr>
          <p:cNvPr id="35" name="object 18"/>
          <p:cNvGrpSpPr/>
          <p:nvPr/>
        </p:nvGrpSpPr>
        <p:grpSpPr>
          <a:xfrm>
            <a:off x="47625" y="2282569"/>
            <a:ext cx="6230338" cy="4546853"/>
            <a:chOff x="47625" y="3819523"/>
            <a:chExt cx="4124325" cy="3009900"/>
          </a:xfrm>
        </p:grpSpPr>
        <p:pic>
          <p:nvPicPr>
            <p:cNvPr id="2097156" name="object 19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/>
          </p:spPr>
        </p:pic>
        <p:pic>
          <p:nvPicPr>
            <p:cNvPr id="2097157" name="object 20"/>
            <p:cNvPicPr>
              <a:picLocks/>
            </p:cNvPicPr>
            <p:nvPr/>
          </p:nvPicPr>
          <p:blipFill>
            <a:blip xmlns:r="http://schemas.openxmlformats.org/officeDocument/2006/relationships" r:embed="rId3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/>
          </p:spPr>
        </p:pic>
      </p:grpSp>
      <p:sp>
        <p:nvSpPr>
          <p:cNvPr id="1048634" name="object 21"/>
          <p:cNvSpPr txBox="1">
            <a:spLocks noGrp="1"/>
          </p:cNvSpPr>
          <p:nvPr>
            <p:ph type="title"/>
          </p:nvPr>
        </p:nvSpPr>
        <p:spPr>
          <a:xfrm>
            <a:off x="1347469" y="447675"/>
            <a:ext cx="2357120" cy="758190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25"/>
              <a:t>A</a:t>
            </a:r>
            <a:r>
              <a:rPr dirty="0" spc="-5"/>
              <a:t>G</a:t>
            </a:r>
            <a:r>
              <a:rPr dirty="0" spc="-35"/>
              <a:t>E</a:t>
            </a:r>
            <a:r>
              <a:rPr dirty="0" spc="15"/>
              <a:t>N</a:t>
            </a:r>
            <a:r>
              <a:rPr dirty="0"/>
              <a:t>DA</a:t>
            </a:r>
          </a:p>
        </p:txBody>
      </p:sp>
      <p:sp>
        <p:nvSpPr>
          <p:cNvPr id="1048635" name="object 22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3</a:t>
            </a:fld>
            <a:endParaRPr dirty="0" spc="10"/>
          </a:p>
        </p:txBody>
      </p:sp>
      <p:sp>
        <p:nvSpPr>
          <p:cNvPr id="1048636" name="TextBox 22"/>
          <p:cNvSpPr txBox="1"/>
          <p:nvPr/>
        </p:nvSpPr>
        <p:spPr>
          <a:xfrm>
            <a:off x="4578744" y="1077086"/>
            <a:ext cx="5029200" cy="5336540"/>
          </a:xfrm>
          <a:prstGeom prst="rect"/>
          <a:noFill/>
        </p:spPr>
        <p:txBody>
          <a:bodyPr rtlCol="0" wrap="square">
            <a:spAutoFit/>
          </a:bodyPr>
          <a:p>
            <a:pPr algn="l"/>
            <a:endParaRPr b="0" dirty="0" sz="32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32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sz="3600"/>
          </a:p>
          <a:p>
            <a:pPr algn="l">
              <a:buFont typeface="+mj-lt"/>
              <a:buAutoNum type="arabicPeriod"/>
            </a:pPr>
            <a:r>
              <a:rPr b="0" dirty="0" sz="32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sz="3600"/>
          </a:p>
          <a:p>
            <a:pPr algn="l">
              <a:buFont typeface="+mj-lt"/>
              <a:buAutoNum type="arabicPeriod"/>
            </a:pPr>
            <a:r>
              <a:rPr b="0" dirty="0" sz="32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  <a:endParaRPr sz="3600"/>
          </a:p>
          <a:p>
            <a:pPr algn="l">
              <a:buFont typeface="+mj-lt"/>
              <a:buAutoNum type="arabicPeriod"/>
            </a:pPr>
            <a:r>
              <a:rPr dirty="0" sz="32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b="0" dirty="0" sz="36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32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  <a:endParaRPr sz="3600"/>
          </a:p>
          <a:p>
            <a:pPr algn="l">
              <a:buFont typeface="+mj-lt"/>
              <a:buAutoNum type="arabicPeriod"/>
            </a:pPr>
            <a:r>
              <a:rPr dirty="0" sz="32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  <a:endParaRPr b="0" dirty="0" sz="36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32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dirty="0" sz="32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b="0" dirty="0" sz="36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32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600"/>
          </a:p>
          <a:p>
            <a:pPr algn="l">
              <a:buFont typeface="+mj-lt"/>
              <a:buAutoNum type="arabicPeriod"/>
            </a:pPr>
            <a:r>
              <a:rPr dirty="0" sz="3200" lang="en-US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dirty="0" sz="32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b="0" dirty="0" sz="36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 sz="2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4F"/>
        </a:solidFill>
      </p:bgPr>
    </p:bg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object 2"/>
          <p:cNvGrpSpPr/>
          <p:nvPr/>
        </p:nvGrpSpPr>
        <p:grpSpPr>
          <a:xfrm>
            <a:off x="9044893" y="228600"/>
            <a:ext cx="2762250" cy="3257550"/>
            <a:chOff x="7991475" y="2933700"/>
            <a:chExt cx="2762250" cy="3257550"/>
          </a:xfrm>
        </p:grpSpPr>
        <p:sp>
          <p:nvSpPr>
            <p:cNvPr id="1048637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ah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bIns="0" lIns="0" rIns="0" rtlCol="0" tIns="0" wrap="square"/>
            <a:p/>
          </p:txBody>
        </p:sp>
        <p:sp>
          <p:nvSpPr>
            <p:cNvPr id="1048638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ah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bIns="0" lIns="0" rIns="0" rtlCol="0" tIns="0" wrap="square"/>
            <a:p/>
          </p:txBody>
        </p:sp>
        <p:pic>
          <p:nvPicPr>
            <p:cNvPr id="2097158" name="object 5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/>
          </p:spPr>
        </p:pic>
      </p:grpSp>
      <p:sp>
        <p:nvSpPr>
          <p:cNvPr id="1048639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40" name="object 7"/>
          <p:cNvSpPr txBox="1">
            <a:spLocks noGrp="1"/>
          </p:cNvSpPr>
          <p:nvPr>
            <p:ph type="title"/>
          </p:nvPr>
        </p:nvSpPr>
        <p:spPr>
          <a:xfrm>
            <a:off x="200069" y="228600"/>
            <a:ext cx="5636895" cy="6388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  <a:tabLst>
                <a:tab algn="l" pos="2727960"/>
              </a:tabLst>
            </a:pPr>
            <a:r>
              <a:rPr dirty="0" sz="4250" spc="-20"/>
              <a:t>P</a:t>
            </a:r>
            <a:r>
              <a:rPr dirty="0" sz="4250" spc="15"/>
              <a:t>ROB</a:t>
            </a:r>
            <a:r>
              <a:rPr dirty="0" sz="4250" spc="55"/>
              <a:t>L</a:t>
            </a:r>
            <a:r>
              <a:rPr dirty="0" sz="4250" spc="-20"/>
              <a:t>E</a:t>
            </a:r>
            <a:r>
              <a:rPr dirty="0" sz="4250" spc="20"/>
              <a:t>M</a:t>
            </a:r>
            <a:r>
              <a:rPr dirty="0" sz="4250"/>
              <a:t>	</a:t>
            </a:r>
            <a:r>
              <a:rPr dirty="0" sz="4250" spc="10"/>
              <a:t>S</a:t>
            </a:r>
            <a:r>
              <a:rPr dirty="0" sz="4250" spc="-370"/>
              <a:t>T</a:t>
            </a:r>
            <a:r>
              <a:rPr dirty="0" sz="4250" spc="-375"/>
              <a:t>A</a:t>
            </a:r>
            <a:r>
              <a:rPr dirty="0" sz="4250" spc="15"/>
              <a:t>T</a:t>
            </a:r>
            <a:r>
              <a:rPr dirty="0" sz="4250" spc="-10"/>
              <a:t>E</a:t>
            </a:r>
            <a:r>
              <a:rPr dirty="0" sz="4250" spc="-20"/>
              <a:t>ME</a:t>
            </a:r>
            <a:r>
              <a:rPr dirty="0" sz="4250" spc="10"/>
              <a:t>NT</a:t>
            </a:r>
            <a:endParaRPr sz="4250"/>
          </a:p>
        </p:txBody>
      </p:sp>
      <p:pic>
        <p:nvPicPr>
          <p:cNvPr id="2097159" name="object 8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41" name="object 10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4</a:t>
            </a:fld>
            <a:endParaRPr dirty="0" spc="10"/>
          </a:p>
        </p:txBody>
      </p:sp>
      <p:sp>
        <p:nvSpPr>
          <p:cNvPr id="1048642" name=""/>
          <p:cNvSpPr txBox="1"/>
          <p:nvPr/>
        </p:nvSpPr>
        <p:spPr>
          <a:xfrm>
            <a:off x="1189151" y="1857374"/>
            <a:ext cx="8136250" cy="4892040"/>
          </a:xfrm>
          <a:prstGeom prst="rect"/>
        </p:spPr>
        <p:txBody>
          <a:bodyPr rtlCol="0" wrap="square">
            <a:spAutoFit/>
          </a:bodyPr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600" lang="en-US">
                <a:solidFill>
                  <a:srgbClr val="000000"/>
                </a:solidFill>
                <a:latin typeface="Arial"/>
              </a:rPr>
              <a:t>Students often struggle to present their academic achievements, skills, and projects in a structured and professional manner. Traditional resumes fail to capture creativity, practical skills, and hands-on experiences, making it difficult for students to stand out in academic or career opportunities. There is a need for a digital portfolio solution that allows students to effectively showcase their competencies, projects, and growth.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4F"/>
        </a:solidFill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object 2"/>
          <p:cNvGrpSpPr/>
          <p:nvPr/>
        </p:nvGrpSpPr>
        <p:grpSpPr>
          <a:xfrm>
            <a:off x="8500347" y="2216463"/>
            <a:ext cx="4619959" cy="4981087"/>
            <a:chOff x="8658225" y="2647950"/>
            <a:chExt cx="3533775" cy="3810000"/>
          </a:xfrm>
        </p:grpSpPr>
        <p:sp>
          <p:nvSpPr>
            <p:cNvPr id="104864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ah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bIns="0" lIns="0" rIns="0" rtlCol="0" tIns="0" wrap="square"/>
            <a:p/>
          </p:txBody>
        </p:sp>
        <p:sp>
          <p:nvSpPr>
            <p:cNvPr id="104864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ah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bIns="0" lIns="0" rIns="0" rtlCol="0" tIns="0" wrap="square"/>
            <a:p/>
          </p:txBody>
        </p:sp>
        <p:pic>
          <p:nvPicPr>
            <p:cNvPr id="2097160" name="object 5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/>
          </p:spPr>
        </p:pic>
      </p:grpSp>
      <p:sp>
        <p:nvSpPr>
          <p:cNvPr id="1048645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46" name="object 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5263515" cy="6388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  <a:tabLst>
                <a:tab algn="l" pos="2642870"/>
              </a:tabLst>
            </a:pPr>
            <a:r>
              <a:rPr dirty="0" sz="4250" spc="5"/>
              <a:t>PROJE</a:t>
            </a:r>
            <a:r>
              <a:rPr dirty="0" sz="4250" lang="en-US" spc="5"/>
              <a:t>C</a:t>
            </a:r>
            <a:r>
              <a:rPr dirty="0" sz="4250" lang="en-US" spc="5"/>
              <a:t>T</a:t>
            </a:r>
            <a:r>
              <a:rPr dirty="0" sz="4250" lang="en-US" spc="5"/>
              <a:t> </a:t>
            </a:r>
            <a:r>
              <a:rPr dirty="0" sz="4250" spc="-20"/>
              <a:t>OVERVIEW</a:t>
            </a:r>
            <a:endParaRPr sz="4250"/>
          </a:p>
        </p:txBody>
      </p:sp>
      <p:pic>
        <p:nvPicPr>
          <p:cNvPr id="2097161" name="object 8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47" name="object 10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5</a:t>
            </a:fld>
            <a:endParaRPr dirty="0" spc="10"/>
          </a:p>
        </p:txBody>
      </p:sp>
      <p:sp>
        <p:nvSpPr>
          <p:cNvPr id="1048648" name=""/>
          <p:cNvSpPr txBox="1"/>
          <p:nvPr/>
        </p:nvSpPr>
        <p:spPr>
          <a:xfrm>
            <a:off x="1747836" y="2208846"/>
            <a:ext cx="7921283" cy="3825240"/>
          </a:xfrm>
          <a:prstGeom prst="rect"/>
        </p:spPr>
        <p:txBody>
          <a:bodyPr rtlCol="0" wrap="square">
            <a:spAutoFit/>
          </a:bodyPr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600" lang="en-US">
                <a:solidFill>
                  <a:srgbClr val="000000"/>
                </a:solidFill>
                <a:latin typeface="Arial"/>
              </a:rPr>
              <a:t>By developing this portfolio system, students will have a personalized digital identity that goes beyond a traditional CV, enhancing their chances of securing opportunities in competitive environments. It will also provide academic institutions and recruiters with a reliable and holistic view of a student’s potential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4F"/>
        </a:solidFill>
      </p:bgPr>
    </p:bg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50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51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sp>
        <p:nvSpPr>
          <p:cNvPr id="1048652" name="object 5"/>
          <p:cNvSpPr txBox="1">
            <a:spLocks noGrp="1"/>
          </p:cNvSpPr>
          <p:nvPr>
            <p:ph type="title"/>
          </p:nvPr>
        </p:nvSpPr>
        <p:spPr>
          <a:xfrm>
            <a:off x="699452" y="891793"/>
            <a:ext cx="5014595" cy="518159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 spc="25"/>
              <a:t>W</a:t>
            </a:r>
            <a:r>
              <a:rPr dirty="0" sz="3200" spc="-20"/>
              <a:t>H</a:t>
            </a:r>
            <a:r>
              <a:rPr dirty="0" sz="3200" spc="20"/>
              <a:t>O</a:t>
            </a:r>
            <a:r>
              <a:rPr dirty="0" sz="3200" spc="-235"/>
              <a:t> </a:t>
            </a:r>
            <a:r>
              <a:rPr dirty="0" sz="3200" spc="-10"/>
              <a:t>AR</a:t>
            </a:r>
            <a:r>
              <a:rPr dirty="0" sz="3200" spc="15"/>
              <a:t>E</a:t>
            </a:r>
            <a:r>
              <a:rPr dirty="0" sz="3200" spc="-35"/>
              <a:t> </a:t>
            </a:r>
            <a:r>
              <a:rPr dirty="0" sz="3200" spc="-10"/>
              <a:t>T</a:t>
            </a:r>
            <a:r>
              <a:rPr dirty="0" sz="3200" spc="-15"/>
              <a:t>H</a:t>
            </a:r>
            <a:r>
              <a:rPr dirty="0" sz="3200" spc="15"/>
              <a:t>E</a:t>
            </a:r>
            <a:r>
              <a:rPr dirty="0" sz="3200" spc="-35"/>
              <a:t> </a:t>
            </a:r>
            <a:r>
              <a:rPr dirty="0" sz="3200" spc="-20"/>
              <a:t>E</a:t>
            </a:r>
            <a:r>
              <a:rPr dirty="0" sz="3200" spc="30"/>
              <a:t>N</a:t>
            </a:r>
            <a:r>
              <a:rPr dirty="0" sz="3200" spc="15"/>
              <a:t>D</a:t>
            </a:r>
            <a:r>
              <a:rPr dirty="0" sz="3200" spc="-45"/>
              <a:t> </a:t>
            </a:r>
            <a:r>
              <a:rPr dirty="0" sz="3200"/>
              <a:t>U</a:t>
            </a:r>
            <a:r>
              <a:rPr dirty="0" sz="3200" spc="10"/>
              <a:t>S</a:t>
            </a:r>
            <a:r>
              <a:rPr dirty="0" sz="3200" spc="-25"/>
              <a:t>E</a:t>
            </a:r>
            <a:r>
              <a:rPr dirty="0" sz="3200" spc="-10"/>
              <a:t>R</a:t>
            </a:r>
            <a:r>
              <a:rPr dirty="0" sz="3200" spc="5"/>
              <a:t>S?</a:t>
            </a:r>
            <a:endParaRPr sz="3200"/>
          </a:p>
        </p:txBody>
      </p:sp>
      <p:pic>
        <p:nvPicPr>
          <p:cNvPr id="2097162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/>
        </p:spPr>
      </p:pic>
      <p:sp>
        <p:nvSpPr>
          <p:cNvPr id="1048653" name="object 8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6</a:t>
            </a:fld>
            <a:endParaRPr dirty="0" spc="10"/>
          </a:p>
        </p:txBody>
      </p:sp>
      <p:sp>
        <p:nvSpPr>
          <p:cNvPr id="1048654" name=""/>
          <p:cNvSpPr txBox="1"/>
          <p:nvPr/>
        </p:nvSpPr>
        <p:spPr>
          <a:xfrm>
            <a:off x="1897383" y="2451304"/>
            <a:ext cx="6855629" cy="2733040"/>
          </a:xfrm>
          <a:prstGeom prst="rect"/>
        </p:spPr>
        <p:txBody>
          <a:bodyPr rtlCol="0" wrap="square">
            <a:spAutoFit/>
          </a:bodyPr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b="1" sz="4400" lang="en-US">
                <a:solidFill>
                  <a:srgbClr val="000000"/>
                </a:solidFill>
                <a:latin typeface="Arial"/>
              </a:rPr>
              <a:t>P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R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I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M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E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R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Y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 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E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N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D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 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U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S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E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R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S</a:t>
            </a:r>
            <a:r>
              <a:rPr sz="4400" lang="en-US">
                <a:solidFill>
                  <a:srgbClr val="000000"/>
                </a:solidFill>
                <a:latin typeface="Arial"/>
              </a:rPr>
              <a:t>: Students</a:t>
            </a:r>
            <a:endParaRPr sz="4800" lang="en-US">
              <a:solidFill>
                <a:srgbClr val="000000"/>
              </a:solidFill>
            </a:endParaRPr>
          </a:p>
          <a:p>
            <a:r>
              <a:rPr b="1" sz="4400" lang="en-US">
                <a:solidFill>
                  <a:srgbClr val="000000"/>
                </a:solidFill>
                <a:latin typeface="Arial"/>
              </a:rPr>
              <a:t>S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E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C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O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N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D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A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R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Y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 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E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N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D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 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U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S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E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R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S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 </a:t>
            </a:r>
            <a:r>
              <a:rPr b="1" sz="4400" lang="en-US">
                <a:solidFill>
                  <a:srgbClr val="000000"/>
                </a:solidFill>
                <a:latin typeface="Arial"/>
              </a:rPr>
              <a:t>:</a:t>
            </a:r>
            <a:r>
              <a:rPr sz="4400" lang="en-US">
                <a:solidFill>
                  <a:srgbClr val="000000"/>
                </a:solidFill>
                <a:latin typeface="Arial"/>
              </a:rPr>
              <a:t> Employers, recruiters, faculty, mentors, admission officers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4F"/>
        </a:solidFill>
      </p:bgPr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object 2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0" y="1476375"/>
            <a:ext cx="2695574" cy="3248025"/>
          </a:xfrm>
          <a:prstGeom prst="rect"/>
        </p:spPr>
      </p:pic>
      <p:sp>
        <p:nvSpPr>
          <p:cNvPr id="1048655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56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57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sp>
        <p:nvSpPr>
          <p:cNvPr id="1048658" name="object 6"/>
          <p:cNvSpPr txBox="1">
            <a:spLocks noGrp="1"/>
          </p:cNvSpPr>
          <p:nvPr>
            <p:ph type="title"/>
          </p:nvPr>
        </p:nvSpPr>
        <p:spPr>
          <a:xfrm>
            <a:off x="558165" y="857885"/>
            <a:ext cx="9763125" cy="546736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lang="en-IN" spc="10"/>
              <a:t>TOOLS AND TECHNIQUES</a:t>
            </a:r>
            <a:endParaRPr dirty="0" sz="3600"/>
          </a:p>
        </p:txBody>
      </p:sp>
      <p:pic>
        <p:nvPicPr>
          <p:cNvPr id="2097164" name="object 7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59" name="object 9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7</a:t>
            </a:fld>
            <a:endParaRPr dirty="0" spc="10"/>
          </a:p>
        </p:txBody>
      </p:sp>
      <p:sp>
        <p:nvSpPr>
          <p:cNvPr id="1048660" name=""/>
          <p:cNvSpPr txBox="1"/>
          <p:nvPr/>
        </p:nvSpPr>
        <p:spPr>
          <a:xfrm>
            <a:off x="5010400" y="2537460"/>
            <a:ext cx="4000000" cy="2898140"/>
          </a:xfrm>
          <a:prstGeom prst="rect"/>
        </p:spPr>
        <p:txBody>
          <a:bodyPr rtlCol="0" wrap="square">
            <a:spAutoFit/>
          </a:bodyPr>
          <a:p>
            <a:r>
              <a:rPr sz="4000" lang="en-US">
                <a:solidFill>
                  <a:srgbClr val="000000"/>
                </a:solidFill>
              </a:rPr>
              <a:t>T</a:t>
            </a:r>
            <a:r>
              <a:rPr sz="4000" lang="en-US">
                <a:solidFill>
                  <a:srgbClr val="000000"/>
                </a:solidFill>
              </a:rPr>
              <a:t>o</a:t>
            </a:r>
            <a:r>
              <a:rPr sz="4000" lang="en-US">
                <a:solidFill>
                  <a:srgbClr val="000000"/>
                </a:solidFill>
              </a:rPr>
              <a:t>o</a:t>
            </a:r>
            <a:r>
              <a:rPr sz="4000" lang="en-US">
                <a:solidFill>
                  <a:srgbClr val="000000"/>
                </a:solidFill>
              </a:rPr>
              <a:t>l</a:t>
            </a:r>
            <a:r>
              <a:rPr sz="4000" lang="en-US">
                <a:solidFill>
                  <a:srgbClr val="000000"/>
                </a:solidFill>
              </a:rPr>
              <a:t>s</a:t>
            </a:r>
            <a:r>
              <a:rPr sz="4000" lang="en-US">
                <a:solidFill>
                  <a:srgbClr val="000000"/>
                </a:solidFill>
              </a:rPr>
              <a:t>:</a:t>
            </a:r>
            <a:r>
              <a:rPr sz="4000" lang="en-US">
                <a:solidFill>
                  <a:srgbClr val="000000"/>
                </a:solidFill>
              </a:rPr>
              <a:t>T</a:t>
            </a:r>
            <a:r>
              <a:rPr sz="4000" lang="en-US">
                <a:solidFill>
                  <a:srgbClr val="000000"/>
                </a:solidFill>
              </a:rPr>
              <a:t>r</a:t>
            </a:r>
            <a:r>
              <a:rPr sz="4000" lang="en-US">
                <a:solidFill>
                  <a:srgbClr val="000000"/>
                </a:solidFill>
              </a:rPr>
              <a:t>u</a:t>
            </a:r>
            <a:r>
              <a:rPr sz="4000" lang="en-US">
                <a:solidFill>
                  <a:srgbClr val="000000"/>
                </a:solidFill>
              </a:rPr>
              <a:t>b</a:t>
            </a:r>
            <a:r>
              <a:rPr sz="4000" lang="en-US">
                <a:solidFill>
                  <a:srgbClr val="000000"/>
                </a:solidFill>
              </a:rPr>
              <a:t> </a:t>
            </a:r>
            <a:r>
              <a:rPr sz="4000" lang="en-US">
                <a:solidFill>
                  <a:srgbClr val="000000"/>
                </a:solidFill>
              </a:rPr>
              <a:t>e</a:t>
            </a:r>
            <a:r>
              <a:rPr sz="4000" lang="en-US">
                <a:solidFill>
                  <a:srgbClr val="000000"/>
                </a:solidFill>
              </a:rPr>
              <a:t>d</a:t>
            </a:r>
            <a:r>
              <a:rPr sz="4000" lang="en-US">
                <a:solidFill>
                  <a:srgbClr val="000000"/>
                </a:solidFill>
              </a:rPr>
              <a:t>i</a:t>
            </a:r>
            <a:r>
              <a:rPr sz="4000" lang="en-US">
                <a:solidFill>
                  <a:srgbClr val="000000"/>
                </a:solidFill>
              </a:rPr>
              <a:t>t</a:t>
            </a:r>
            <a:endParaRPr sz="4400" lang="en-US">
              <a:solidFill>
                <a:srgbClr val="000000"/>
              </a:solidFill>
            </a:endParaRPr>
          </a:p>
          <a:p>
            <a:r>
              <a:rPr sz="4000" lang="en-US">
                <a:solidFill>
                  <a:srgbClr val="000000"/>
                </a:solidFill>
              </a:rPr>
              <a:t>T</a:t>
            </a:r>
            <a:r>
              <a:rPr sz="4000" lang="en-US">
                <a:solidFill>
                  <a:srgbClr val="000000"/>
                </a:solidFill>
              </a:rPr>
              <a:t>e</a:t>
            </a:r>
            <a:r>
              <a:rPr sz="4000" lang="en-US">
                <a:solidFill>
                  <a:srgbClr val="000000"/>
                </a:solidFill>
              </a:rPr>
              <a:t>c</a:t>
            </a:r>
            <a:r>
              <a:rPr sz="4000" lang="en-US">
                <a:solidFill>
                  <a:srgbClr val="000000"/>
                </a:solidFill>
              </a:rPr>
              <a:t>h</a:t>
            </a:r>
            <a:r>
              <a:rPr sz="4000" lang="en-US">
                <a:solidFill>
                  <a:srgbClr val="000000"/>
                </a:solidFill>
              </a:rPr>
              <a:t>n</a:t>
            </a:r>
            <a:r>
              <a:rPr sz="4000" lang="en-US">
                <a:solidFill>
                  <a:srgbClr val="000000"/>
                </a:solidFill>
              </a:rPr>
              <a:t>i</a:t>
            </a:r>
            <a:r>
              <a:rPr sz="4000" lang="en-US">
                <a:solidFill>
                  <a:srgbClr val="000000"/>
                </a:solidFill>
              </a:rPr>
              <a:t>q</a:t>
            </a:r>
            <a:r>
              <a:rPr sz="4000" lang="en-US">
                <a:solidFill>
                  <a:srgbClr val="000000"/>
                </a:solidFill>
              </a:rPr>
              <a:t>u</a:t>
            </a:r>
            <a:r>
              <a:rPr sz="4000" lang="en-US">
                <a:solidFill>
                  <a:srgbClr val="000000"/>
                </a:solidFill>
              </a:rPr>
              <a:t>e</a:t>
            </a:r>
            <a:r>
              <a:rPr sz="4000" lang="en-US">
                <a:solidFill>
                  <a:srgbClr val="000000"/>
                </a:solidFill>
              </a:rPr>
              <a:t>s</a:t>
            </a:r>
            <a:r>
              <a:rPr sz="4000" lang="en-US">
                <a:solidFill>
                  <a:srgbClr val="000000"/>
                </a:solidFill>
              </a:rPr>
              <a:t>:</a:t>
            </a:r>
            <a:r>
              <a:rPr sz="4000" lang="en-US">
                <a:solidFill>
                  <a:srgbClr val="000000"/>
                </a:solidFill>
              </a:rPr>
              <a:t> </a:t>
            </a:r>
            <a:r>
              <a:rPr sz="4000" lang="en-US">
                <a:solidFill>
                  <a:srgbClr val="000000"/>
                </a:solidFill>
              </a:rPr>
              <a:t>H</a:t>
            </a:r>
            <a:r>
              <a:rPr sz="4000" lang="en-US">
                <a:solidFill>
                  <a:srgbClr val="000000"/>
                </a:solidFill>
              </a:rPr>
              <a:t>T</a:t>
            </a:r>
            <a:r>
              <a:rPr sz="4000" lang="en-US">
                <a:solidFill>
                  <a:srgbClr val="000000"/>
                </a:solidFill>
              </a:rPr>
              <a:t>M</a:t>
            </a:r>
            <a:r>
              <a:rPr sz="4000" lang="en-US">
                <a:solidFill>
                  <a:srgbClr val="000000"/>
                </a:solidFill>
              </a:rPr>
              <a:t>L</a:t>
            </a:r>
            <a:r>
              <a:rPr sz="4000" lang="en-US">
                <a:solidFill>
                  <a:srgbClr val="000000"/>
                </a:solidFill>
              </a:rPr>
              <a:t>,</a:t>
            </a:r>
            <a:r>
              <a:rPr sz="4000" lang="en-US">
                <a:solidFill>
                  <a:srgbClr val="000000"/>
                </a:solidFill>
              </a:rPr>
              <a:t>C</a:t>
            </a:r>
            <a:r>
              <a:rPr sz="4000" lang="en-US">
                <a:solidFill>
                  <a:srgbClr val="000000"/>
                </a:solidFill>
              </a:rPr>
              <a:t>S</a:t>
            </a:r>
            <a:r>
              <a:rPr sz="4000" lang="en-US">
                <a:solidFill>
                  <a:srgbClr val="000000"/>
                </a:solidFill>
              </a:rPr>
              <a:t>S</a:t>
            </a:r>
            <a:r>
              <a:rPr sz="4000" lang="en-US">
                <a:solidFill>
                  <a:srgbClr val="000000"/>
                </a:solidFill>
              </a:rPr>
              <a:t>,</a:t>
            </a:r>
            <a:r>
              <a:rPr sz="4000" lang="en-US">
                <a:solidFill>
                  <a:srgbClr val="000000"/>
                </a:solidFill>
              </a:rPr>
              <a:t> JAVASCRIPT </a:t>
            </a:r>
            <a:endParaRPr sz="4400" lang="en-US">
              <a:solidFill>
                <a:srgbClr val="000000"/>
              </a:solidFill>
            </a:endParaRPr>
          </a:p>
          <a:p>
            <a:endParaRPr sz="40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4F"/>
        </a:solidFill>
      </p:bgPr>
    </p:bg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pic>
        <p:nvPicPr>
          <p:cNvPr id="2097165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/>
        </p:spPr>
      </p:pic>
      <p:sp>
        <p:nvSpPr>
          <p:cNvPr id="1048662" name="object 9"/>
          <p:cNvSpPr txBox="1"/>
          <p:nvPr/>
        </p:nvSpPr>
        <p:spPr>
          <a:xfrm>
            <a:off x="11277218" y="6473337"/>
            <a:ext cx="228600" cy="191770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1100" spc="10">
                <a:solidFill>
                  <a:srgbClr val="2D936B"/>
                </a:solidFill>
                <a:latin typeface="Trebuchet MS"/>
                <a:cs typeface="Trebuchet MS"/>
              </a:rPr>
              <a:t>8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048663" name="object 8"/>
          <p:cNvSpPr txBox="1"/>
          <p:nvPr/>
        </p:nvSpPr>
        <p:spPr>
          <a:xfrm>
            <a:off x="739775" y="291147"/>
            <a:ext cx="8794750" cy="629018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 sz="4000" lang="en-IN" spc="15">
                <a:latin typeface="Trebuchet MS"/>
                <a:cs typeface="Trebuchet MS"/>
              </a:rPr>
              <a:t>POTFOLIO DESIGN AND LAYOUT</a:t>
            </a:r>
            <a:endParaRPr dirty="0" sz="4000">
              <a:latin typeface="Trebuchet MS"/>
              <a:cs typeface="Trebuchet MS"/>
            </a:endParaRPr>
          </a:p>
        </p:txBody>
      </p:sp>
      <p:sp>
        <p:nvSpPr>
          <p:cNvPr id="1048664" name="object 3"/>
          <p:cNvSpPr/>
          <p:nvPr/>
        </p:nvSpPr>
        <p:spPr>
          <a:xfrm>
            <a:off x="10058400" y="525141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pic>
        <p:nvPicPr>
          <p:cNvPr id="2097166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739775" y="1620286"/>
            <a:ext cx="4890661" cy="5087464"/>
          </a:xfrm>
          <a:prstGeom prst="rect"/>
        </p:spPr>
      </p:pic>
      <p:sp>
        <p:nvSpPr>
          <p:cNvPr id="1048665" name=""/>
          <p:cNvSpPr txBox="1"/>
          <p:nvPr/>
        </p:nvSpPr>
        <p:spPr>
          <a:xfrm>
            <a:off x="6095999" y="1508448"/>
            <a:ext cx="3708448" cy="5311140"/>
          </a:xfrm>
          <a:prstGeom prst="rect"/>
        </p:spPr>
        <p:txBody>
          <a:bodyPr rtlCol="0" wrap="square">
            <a:spAutoFit/>
          </a:bodyPr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600" lang="en-US">
                <a:solidFill>
                  <a:srgbClr val="000000"/>
                </a:solidFill>
                <a:latin typeface="Arial"/>
              </a:rPr>
              <a:t>A well-designed portfolio layout ensures clarity, professionalism, and impact while making it easy for recruiters and mentors to quickly assess a student’s strengths.</a:t>
            </a:r>
            <a:endParaRPr sz="40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4F"/>
        </a:solidFill>
      </p:bgPr>
    </p:bg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23901"/>
          </a:xfrm>
        </p:spPr>
        <p:txBody>
          <a:bodyPr/>
          <a:p>
            <a:r>
              <a:rPr dirty="0" lang="en-IN"/>
              <a:t>FEATURES AND FUNCTIONALITY</a:t>
            </a:r>
          </a:p>
        </p:txBody>
      </p:sp>
      <p:sp>
        <p:nvSpPr>
          <p:cNvPr id="1048667" name=""/>
          <p:cNvSpPr txBox="1"/>
          <p:nvPr/>
        </p:nvSpPr>
        <p:spPr>
          <a:xfrm>
            <a:off x="370806" y="1109344"/>
            <a:ext cx="11432972" cy="5273040"/>
          </a:xfrm>
          <a:prstGeom prst="rect"/>
        </p:spPr>
        <p:txBody>
          <a:bodyPr rtlCol="0" wrap="square">
            <a:spAutoFit/>
          </a:bodyPr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 lang="en-US">
                <a:solidFill>
                  <a:srgbClr val="000000"/>
                </a:solidFill>
                <a:latin typeface="Arial"/>
              </a:rPr>
              <a:t>Abvut
This section is where yvu introduce yvurself.
Certificates
Here yvu list yvur achievements - vnline courses, workshops, vr competitivns.
Educativn
This antivn shvως yvur study backgrvund.
Here you highlight what yvu can dv.
Contact
Yvur contact informativn sv pevple can reach yvu.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4F"/>
        </a:solidFill>
      </p:bgPr>
    </p:bg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object 2"/>
          <p:cNvSpPr txBox="1"/>
          <p:nvPr/>
        </p:nvSpPr>
        <p:spPr>
          <a:xfrm>
            <a:off x="752475" y="6486037"/>
            <a:ext cx="1773555" cy="166370"/>
          </a:xfrm>
          <a:prstGeom prst="rect"/>
        </p:spPr>
        <p:txBody>
          <a:bodyPr bIns="0" lIns="0" rIns="0" rtlCol="0" tIns="0" vert="horz" wrap="square">
            <a:spAutoFit/>
          </a:bodyPr>
          <a:p>
            <a:pPr>
              <a:lnSpc>
                <a:spcPts val="1275"/>
              </a:lnSpc>
            </a:pPr>
            <a:r>
              <a:rPr dirty="0" sz="1100" spc="2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dirty="0" sz="1100" spc="1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dirty="0" sz="110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dirty="0" sz="1100" spc="13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 spc="5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b="1" dirty="0" sz="1100" spc="1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b="1" dirty="0" sz="1100" spc="-14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9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b="1" dirty="0" sz="1100" spc="-35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48669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70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71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pic>
        <p:nvPicPr>
          <p:cNvPr id="2097167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66675" y="3381373"/>
            <a:ext cx="2466975" cy="3419475"/>
          </a:xfrm>
          <a:prstGeom prst="rect"/>
        </p:spPr>
      </p:pic>
      <p:sp>
        <p:nvSpPr>
          <p:cNvPr id="1048672" name="object 7"/>
          <p:cNvSpPr txBox="1">
            <a:spLocks noGrp="1"/>
          </p:cNvSpPr>
          <p:nvPr>
            <p:ph type="title"/>
          </p:nvPr>
        </p:nvSpPr>
        <p:spPr>
          <a:xfrm>
            <a:off x="739775" y="654938"/>
            <a:ext cx="8480425" cy="6388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250" lang="en-IN" spc="15"/>
              <a:t>RESULTS AND SCREENSHOTS</a:t>
            </a:r>
            <a:endParaRPr dirty="0" sz="4250"/>
          </a:p>
        </p:txBody>
      </p:sp>
      <p:sp>
        <p:nvSpPr>
          <p:cNvPr id="1048673" name="object 8"/>
          <p:cNvSpPr txBox="1"/>
          <p:nvPr/>
        </p:nvSpPr>
        <p:spPr>
          <a:xfrm>
            <a:off x="11277218" y="6473337"/>
            <a:ext cx="228600" cy="191770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1100" spc="10">
                <a:solidFill>
                  <a:srgbClr val="2D936B"/>
                </a:solidFill>
                <a:latin typeface="Trebuchet MS"/>
                <a:cs typeface="Trebuchet MS"/>
              </a:rPr>
              <a:t>10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048674" name="TextBox 8"/>
          <p:cNvSpPr txBox="1"/>
          <p:nvPr/>
        </p:nvSpPr>
        <p:spPr>
          <a:xfrm>
            <a:off x="2743200" y="2354703"/>
            <a:ext cx="8534018" cy="954107"/>
          </a:xfrm>
          <a:prstGeom prst="rect"/>
          <a:noFill/>
        </p:spPr>
        <p:txBody>
          <a:bodyPr rtlCol="0" wrap="square">
            <a:spAutoFit/>
          </a:bodyPr>
          <a:p>
            <a:pPr algn="l">
              <a:buFont typeface="Arial" panose="020B0604020202020204" pitchFamily="34" charset="0"/>
              <a:buChar char="•"/>
            </a:pP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 sz="2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68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21571214">
            <a:off x="2768963" y="1576279"/>
            <a:ext cx="2806722" cy="5212907"/>
          </a:xfrm>
          <a:prstGeom prst="rect"/>
        </p:spPr>
      </p:pic>
      <p:sp>
        <p:nvSpPr>
          <p:cNvPr id="1048675" name=""/>
          <p:cNvSpPr txBox="1"/>
          <p:nvPr/>
        </p:nvSpPr>
        <p:spPr>
          <a:xfrm rot="21600000">
            <a:off x="5748029" y="2123122"/>
            <a:ext cx="5378619" cy="3863340"/>
          </a:xfrm>
          <a:prstGeom prst="rect"/>
        </p:spPr>
        <p:txBody>
          <a:bodyPr rtlCol="0" wrap="square">
            <a:spAutoFit/>
          </a:bodyPr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b="1" sz="2800" lang="en-US">
                <a:solidFill>
                  <a:srgbClr val="000000"/>
                </a:solidFill>
                <a:latin typeface="Arial"/>
              </a:rPr>
              <a:t>E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X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P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L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A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NATION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:
It introduces yourself as a student in the Computer Science department.
The phrase "I AM A VERY GOOD BOY" seems like a personal or fun self-description, but it looks a bit informal for a portfolio.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4F"/>
        </a:solidFill>
      </p:bgPr>
    </p:bg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"/>
          <p:cNvSpPr txBox="1"/>
          <p:nvPr/>
        </p:nvSpPr>
        <p:spPr>
          <a:xfrm>
            <a:off x="486754" y="525467"/>
            <a:ext cx="6284397" cy="574039"/>
          </a:xfrm>
          <a:prstGeom prst="rect"/>
        </p:spPr>
        <p:txBody>
          <a:bodyPr rtlCol="0" wrap="square">
            <a:spAutoFit/>
          </a:bodyPr>
          <a:p>
            <a:r>
              <a:rPr b="1" sz="3200" lang="en-US">
                <a:solidFill>
                  <a:srgbClr val="000000"/>
                </a:solidFill>
              </a:rPr>
              <a:t>R</a:t>
            </a:r>
            <a:r>
              <a:rPr b="1" sz="3200" lang="en-US">
                <a:solidFill>
                  <a:srgbClr val="000000"/>
                </a:solidFill>
              </a:rPr>
              <a:t>E</a:t>
            </a:r>
            <a:r>
              <a:rPr b="1" sz="3200" lang="en-US">
                <a:solidFill>
                  <a:srgbClr val="000000"/>
                </a:solidFill>
              </a:rPr>
              <a:t>S</a:t>
            </a:r>
            <a:r>
              <a:rPr b="1" sz="3200" lang="en-US">
                <a:solidFill>
                  <a:srgbClr val="000000"/>
                </a:solidFill>
              </a:rPr>
              <a:t>U</a:t>
            </a:r>
            <a:r>
              <a:rPr b="1" sz="3200" lang="en-US">
                <a:solidFill>
                  <a:srgbClr val="000000"/>
                </a:solidFill>
              </a:rPr>
              <a:t>LT</a:t>
            </a:r>
            <a:r>
              <a:rPr b="1" sz="3200" lang="en-US">
                <a:solidFill>
                  <a:srgbClr val="000000"/>
                </a:solidFill>
              </a:rPr>
              <a:t>S</a:t>
            </a:r>
            <a:r>
              <a:rPr b="1" sz="3200" lang="en-US">
                <a:solidFill>
                  <a:srgbClr val="000000"/>
                </a:solidFill>
              </a:rPr>
              <a:t> </a:t>
            </a:r>
            <a:r>
              <a:rPr b="1" sz="3200" lang="en-US">
                <a:solidFill>
                  <a:srgbClr val="000000"/>
                </a:solidFill>
              </a:rPr>
              <a:t>&amp;</a:t>
            </a:r>
            <a:r>
              <a:rPr b="1" sz="3200" lang="en-US">
                <a:solidFill>
                  <a:srgbClr val="000000"/>
                </a:solidFill>
              </a:rPr>
              <a:t> SCREENSHOT</a:t>
            </a:r>
            <a:r>
              <a:rPr b="1" sz="3200" lang="en-US">
                <a:solidFill>
                  <a:srgbClr val="000000"/>
                </a:solidFill>
              </a:rPr>
              <a:t>S</a:t>
            </a:r>
            <a:endParaRPr sz="2800" lang="en-US">
              <a:solidFill>
                <a:srgbClr val="000000"/>
              </a:solidFill>
            </a:endParaRPr>
          </a:p>
        </p:txBody>
      </p:sp>
      <p:pic>
        <p:nvPicPr>
          <p:cNvPr id="2097169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21600000">
            <a:off x="1285740" y="1289464"/>
            <a:ext cx="4686422" cy="5244108"/>
          </a:xfrm>
          <a:prstGeom prst="rect"/>
        </p:spPr>
      </p:pic>
      <p:sp>
        <p:nvSpPr>
          <p:cNvPr id="1048680" name=""/>
          <p:cNvSpPr txBox="1"/>
          <p:nvPr/>
        </p:nvSpPr>
        <p:spPr>
          <a:xfrm>
            <a:off x="6244580" y="735030"/>
            <a:ext cx="5453753" cy="6365240"/>
          </a:xfrm>
          <a:prstGeom prst="rect"/>
        </p:spPr>
        <p:txBody>
          <a:bodyPr rtlCol="0" wrap="square">
            <a:spAutoFit/>
          </a:bodyPr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b="1" sz="3200" lang="en-US">
                <a:solidFill>
                  <a:srgbClr val="000000"/>
                </a:solidFill>
                <a:latin typeface="Arial"/>
              </a:rPr>
              <a:t>E</a:t>
            </a:r>
            <a:r>
              <a:rPr b="1" sz="3200" lang="en-US">
                <a:solidFill>
                  <a:srgbClr val="000000"/>
                </a:solidFill>
                <a:latin typeface="Arial"/>
              </a:rPr>
              <a:t>X</a:t>
            </a:r>
            <a:r>
              <a:rPr b="1" sz="3200" lang="en-US">
                <a:solidFill>
                  <a:srgbClr val="000000"/>
                </a:solidFill>
                <a:latin typeface="Arial"/>
              </a:rPr>
              <a:t>P</a:t>
            </a:r>
            <a:r>
              <a:rPr b="1" sz="3200" lang="en-US">
                <a:solidFill>
                  <a:srgbClr val="000000"/>
                </a:solidFill>
                <a:latin typeface="Arial"/>
              </a:rPr>
              <a:t>L</a:t>
            </a:r>
            <a:r>
              <a:rPr b="1" sz="3200" lang="en-US">
                <a:solidFill>
                  <a:srgbClr val="000000"/>
                </a:solidFill>
                <a:latin typeface="Arial"/>
              </a:rPr>
              <a:t>A</a:t>
            </a:r>
            <a:r>
              <a:rPr b="1" sz="3200" lang="en-US">
                <a:solidFill>
                  <a:srgbClr val="000000"/>
                </a:solidFill>
                <a:latin typeface="Arial"/>
              </a:rPr>
              <a:t>NATION </a:t>
            </a:r>
            <a:r>
              <a:rPr b="1" sz="3200" lang="en-US">
                <a:solidFill>
                  <a:srgbClr val="000000"/>
                </a:solidFill>
                <a:latin typeface="Arial"/>
              </a:rPr>
              <a:t>:</a:t>
            </a:r>
            <a:r>
              <a:rPr sz="3200" lang="en-US">
                <a:solidFill>
                  <a:srgbClr val="000000"/>
                </a:solidFill>
                <a:latin typeface="Arial"/>
              </a:rPr>
              <a:t>
These look like certificate titles or course names that you have completed.
"Recent Trends" could be about latest technologies or IT trends you studied.
"ipm skill" might refer to a specific training or certification (example: IBM Skills, IPM Program, or technical skill course).
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4F"/>
        </a:solidFill>
      </p:bgPr>
    </p:bg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"/>
          <p:cNvSpPr txBox="1"/>
          <p:nvPr/>
        </p:nvSpPr>
        <p:spPr>
          <a:xfrm>
            <a:off x="151256" y="0"/>
            <a:ext cx="5036147" cy="574039"/>
          </a:xfrm>
          <a:prstGeom prst="rect"/>
        </p:spPr>
        <p:txBody>
          <a:bodyPr rtlCol="0" wrap="square">
            <a:spAutoFit/>
          </a:bodyPr>
          <a:p>
            <a:r>
              <a:rPr b="1" sz="3200" lang="en-US">
                <a:solidFill>
                  <a:srgbClr val="000000"/>
                </a:solidFill>
              </a:rPr>
              <a:t>R</a:t>
            </a:r>
            <a:r>
              <a:rPr b="1" sz="3200" lang="en-US">
                <a:solidFill>
                  <a:srgbClr val="000000"/>
                </a:solidFill>
              </a:rPr>
              <a:t>E</a:t>
            </a:r>
            <a:r>
              <a:rPr b="1" sz="3200" lang="en-US">
                <a:solidFill>
                  <a:srgbClr val="000000"/>
                </a:solidFill>
              </a:rPr>
              <a:t>S</a:t>
            </a:r>
            <a:r>
              <a:rPr b="1" sz="3200" lang="en-US">
                <a:solidFill>
                  <a:srgbClr val="000000"/>
                </a:solidFill>
              </a:rPr>
              <a:t>U</a:t>
            </a:r>
            <a:r>
              <a:rPr b="1" sz="3200" lang="en-US">
                <a:solidFill>
                  <a:srgbClr val="000000"/>
                </a:solidFill>
              </a:rPr>
              <a:t>LT</a:t>
            </a:r>
            <a:r>
              <a:rPr b="1" sz="3200" lang="en-US">
                <a:solidFill>
                  <a:srgbClr val="000000"/>
                </a:solidFill>
              </a:rPr>
              <a:t>S</a:t>
            </a:r>
            <a:r>
              <a:rPr b="1" sz="3200" lang="en-US">
                <a:solidFill>
                  <a:srgbClr val="000000"/>
                </a:solidFill>
              </a:rPr>
              <a:t> </a:t>
            </a:r>
            <a:r>
              <a:rPr b="1" sz="3200" lang="en-US">
                <a:solidFill>
                  <a:srgbClr val="000000"/>
                </a:solidFill>
              </a:rPr>
              <a:t>&amp;</a:t>
            </a:r>
            <a:r>
              <a:rPr b="1" sz="3200" lang="en-US">
                <a:solidFill>
                  <a:srgbClr val="000000"/>
                </a:solidFill>
              </a:rPr>
              <a:t> SCREENSHOT</a:t>
            </a:r>
            <a:r>
              <a:rPr b="1" sz="3200" lang="en-US">
                <a:solidFill>
                  <a:srgbClr val="000000"/>
                </a:solidFill>
              </a:rPr>
              <a:t>S</a:t>
            </a:r>
            <a:r>
              <a:rPr b="1" sz="3200" lang="en-US">
                <a:solidFill>
                  <a:srgbClr val="000000"/>
                </a:solidFill>
              </a:rPr>
              <a:t> </a:t>
            </a:r>
            <a:endParaRPr sz="2800" lang="en-US">
              <a:solidFill>
                <a:srgbClr val="000000"/>
              </a:solidFill>
            </a:endParaRPr>
          </a:p>
        </p:txBody>
      </p:sp>
      <p:sp>
        <p:nvSpPr>
          <p:cNvPr id="1048682" name=""/>
          <p:cNvSpPr txBox="1"/>
          <p:nvPr/>
        </p:nvSpPr>
        <p:spPr>
          <a:xfrm>
            <a:off x="4096000" y="3219450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/>
            </a:r>
            <a:endParaRPr sz="2800" lang="en-US">
              <a:solidFill>
                <a:srgbClr val="000000"/>
              </a:solidFill>
            </a:endParaRPr>
          </a:p>
        </p:txBody>
      </p:sp>
      <p:pic>
        <p:nvPicPr>
          <p:cNvPr id="2097170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984516" y="1036007"/>
            <a:ext cx="4202888" cy="6089524"/>
          </a:xfrm>
          <a:prstGeom prst="rect"/>
        </p:spPr>
      </p:pic>
      <p:sp>
        <p:nvSpPr>
          <p:cNvPr id="1048683" name=""/>
          <p:cNvSpPr txBox="1"/>
          <p:nvPr/>
        </p:nvSpPr>
        <p:spPr>
          <a:xfrm rot="21579118">
            <a:off x="5576184" y="1029971"/>
            <a:ext cx="5366492" cy="5400040"/>
          </a:xfrm>
          <a:prstGeom prst="rect"/>
        </p:spPr>
        <p:txBody>
          <a:bodyPr rtlCol="0" wrap="square">
            <a:spAutoFit/>
          </a:bodyPr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b="1" sz="3200" lang="en-US">
                <a:solidFill>
                  <a:srgbClr val="000000"/>
                </a:solidFill>
                <a:latin typeface="Arial"/>
              </a:rPr>
              <a:t>E</a:t>
            </a:r>
            <a:r>
              <a:rPr b="1" sz="3200" lang="en-US">
                <a:solidFill>
                  <a:srgbClr val="000000"/>
                </a:solidFill>
                <a:latin typeface="Arial"/>
              </a:rPr>
              <a:t>X</a:t>
            </a:r>
            <a:r>
              <a:rPr b="1" sz="3200" lang="en-US">
                <a:solidFill>
                  <a:srgbClr val="000000"/>
                </a:solidFill>
                <a:latin typeface="Arial"/>
              </a:rPr>
              <a:t>P</a:t>
            </a:r>
            <a:r>
              <a:rPr b="1" sz="3200" lang="en-US">
                <a:solidFill>
                  <a:srgbClr val="000000"/>
                </a:solidFill>
                <a:latin typeface="Arial"/>
              </a:rPr>
              <a:t>L</a:t>
            </a:r>
            <a:r>
              <a:rPr b="1" sz="3200" lang="en-US">
                <a:solidFill>
                  <a:srgbClr val="000000"/>
                </a:solidFill>
                <a:latin typeface="Arial"/>
              </a:rPr>
              <a:t>A</a:t>
            </a:r>
            <a:r>
              <a:rPr b="1" sz="3200" lang="en-US">
                <a:solidFill>
                  <a:srgbClr val="000000"/>
                </a:solidFill>
                <a:latin typeface="Arial"/>
              </a:rPr>
              <a:t>NATION </a:t>
            </a:r>
            <a:r>
              <a:rPr b="1" sz="3200" lang="en-US">
                <a:solidFill>
                  <a:srgbClr val="000000"/>
                </a:solidFill>
                <a:latin typeface="Arial"/>
              </a:rPr>
              <a:t>:</a:t>
            </a:r>
            <a:r>
              <a:rPr sz="3200" lang="en-US">
                <a:solidFill>
                  <a:srgbClr val="000000"/>
                </a:solidFill>
                <a:latin typeface="Arial"/>
              </a:rPr>
              <a:t>
The heading "Education" tells that this part of your portfolio is about your academic background.
The second line mentions your college name: Puratchi Thalaivi Amma Arts and Science College, where you are studying.
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4F"/>
        </a:solidFill>
      </p:bgPr>
    </p:bg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"/>
          <p:cNvSpPr txBox="1"/>
          <p:nvPr/>
        </p:nvSpPr>
        <p:spPr>
          <a:xfrm>
            <a:off x="175908" y="490928"/>
            <a:ext cx="5591457" cy="574039"/>
          </a:xfrm>
          <a:prstGeom prst="rect"/>
        </p:spPr>
        <p:txBody>
          <a:bodyPr rtlCol="0" wrap="square">
            <a:spAutoFit/>
          </a:bodyPr>
          <a:p>
            <a:r>
              <a:rPr b="1" sz="3200" lang="en-US">
                <a:solidFill>
                  <a:srgbClr val="000000"/>
                </a:solidFill>
              </a:rPr>
              <a:t>R</a:t>
            </a:r>
            <a:r>
              <a:rPr b="1" sz="3200" lang="en-US">
                <a:solidFill>
                  <a:srgbClr val="000000"/>
                </a:solidFill>
              </a:rPr>
              <a:t>E</a:t>
            </a:r>
            <a:r>
              <a:rPr b="1" sz="3200" lang="en-US">
                <a:solidFill>
                  <a:srgbClr val="000000"/>
                </a:solidFill>
              </a:rPr>
              <a:t>S</a:t>
            </a:r>
            <a:r>
              <a:rPr b="1" sz="3200" lang="en-US">
                <a:solidFill>
                  <a:srgbClr val="000000"/>
                </a:solidFill>
              </a:rPr>
              <a:t>U</a:t>
            </a:r>
            <a:r>
              <a:rPr b="1" sz="3200" lang="en-US">
                <a:solidFill>
                  <a:srgbClr val="000000"/>
                </a:solidFill>
              </a:rPr>
              <a:t>LT</a:t>
            </a:r>
            <a:r>
              <a:rPr b="1" sz="3200" lang="en-US">
                <a:solidFill>
                  <a:srgbClr val="000000"/>
                </a:solidFill>
              </a:rPr>
              <a:t>S</a:t>
            </a:r>
            <a:r>
              <a:rPr b="1" sz="3200" lang="en-US">
                <a:solidFill>
                  <a:srgbClr val="000000"/>
                </a:solidFill>
              </a:rPr>
              <a:t> </a:t>
            </a:r>
            <a:r>
              <a:rPr b="1" sz="3200" lang="en-US">
                <a:solidFill>
                  <a:srgbClr val="000000"/>
                </a:solidFill>
              </a:rPr>
              <a:t>&amp;</a:t>
            </a:r>
            <a:r>
              <a:rPr b="1" sz="3200" lang="en-US">
                <a:solidFill>
                  <a:srgbClr val="000000"/>
                </a:solidFill>
              </a:rPr>
              <a:t> SCREENSHOT</a:t>
            </a:r>
            <a:r>
              <a:rPr b="1" sz="3200" lang="en-US">
                <a:solidFill>
                  <a:srgbClr val="000000"/>
                </a:solidFill>
              </a:rPr>
              <a:t>S</a:t>
            </a:r>
            <a:r>
              <a:rPr b="1" sz="3200" lang="en-US">
                <a:solidFill>
                  <a:srgbClr val="000000"/>
                </a:solidFill>
              </a:rPr>
              <a:t> </a:t>
            </a:r>
            <a:endParaRPr sz="2800" lang="en-US">
              <a:solidFill>
                <a:srgbClr val="000000"/>
              </a:solidFill>
            </a:endParaRPr>
          </a:p>
        </p:txBody>
      </p:sp>
      <p:sp>
        <p:nvSpPr>
          <p:cNvPr id="1048685" name=""/>
          <p:cNvSpPr txBox="1"/>
          <p:nvPr/>
        </p:nvSpPr>
        <p:spPr>
          <a:xfrm>
            <a:off x="4096000" y="3219450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/>
            </a:r>
            <a:endParaRPr sz="2800" lang="en-US">
              <a:solidFill>
                <a:srgbClr val="000000"/>
              </a:solidFill>
            </a:endParaRPr>
          </a:p>
        </p:txBody>
      </p:sp>
      <p:pic>
        <p:nvPicPr>
          <p:cNvPr id="2097171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145148" y="1398797"/>
            <a:ext cx="4386556" cy="5392519"/>
          </a:xfrm>
          <a:prstGeom prst="rect"/>
        </p:spPr>
      </p:pic>
      <p:sp>
        <p:nvSpPr>
          <p:cNvPr id="1048686" name=""/>
          <p:cNvSpPr txBox="1"/>
          <p:nvPr/>
        </p:nvSpPr>
        <p:spPr>
          <a:xfrm rot="21595890">
            <a:off x="5771878" y="487554"/>
            <a:ext cx="6155039" cy="5882641"/>
          </a:xfrm>
          <a:prstGeom prst="rect"/>
        </p:spPr>
        <p:txBody>
          <a:bodyPr rtlCol="0" wrap="square">
            <a:spAutoFit/>
          </a:bodyPr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b="1" sz="2000" lang="en-US">
                <a:solidFill>
                  <a:srgbClr val="000000"/>
                </a:solidFill>
                <a:latin typeface="Arial"/>
              </a:rPr>
              <a:t>E</a:t>
            </a:r>
            <a:r>
              <a:rPr b="1" sz="2000" lang="en-US">
                <a:solidFill>
                  <a:srgbClr val="000000"/>
                </a:solidFill>
                <a:latin typeface="Arial"/>
              </a:rPr>
              <a:t>X</a:t>
            </a:r>
            <a:r>
              <a:rPr b="1" sz="2000" lang="en-US">
                <a:solidFill>
                  <a:srgbClr val="000000"/>
                </a:solidFill>
                <a:latin typeface="Arial"/>
              </a:rPr>
              <a:t>P</a:t>
            </a:r>
            <a:r>
              <a:rPr b="1" sz="2000" lang="en-US">
                <a:solidFill>
                  <a:srgbClr val="000000"/>
                </a:solidFill>
                <a:latin typeface="Arial"/>
              </a:rPr>
              <a:t>L</a:t>
            </a:r>
            <a:r>
              <a:rPr b="1" sz="2000" lang="en-US">
                <a:solidFill>
                  <a:srgbClr val="000000"/>
                </a:solidFill>
                <a:latin typeface="Arial"/>
              </a:rPr>
              <a:t>A</a:t>
            </a:r>
            <a:r>
              <a:rPr b="1" sz="2000" lang="en-US">
                <a:solidFill>
                  <a:srgbClr val="000000"/>
                </a:solidFill>
                <a:latin typeface="Arial"/>
              </a:rPr>
              <a:t>NATION </a:t>
            </a:r>
            <a:r>
              <a:rPr b="1" sz="2000" lang="en-US">
                <a:solidFill>
                  <a:srgbClr val="000000"/>
                </a:solidFill>
                <a:latin typeface="Arial"/>
              </a:rPr>
              <a:t>:</a:t>
            </a:r>
            <a:r>
              <a:rPr sz="2000" lang="en-US">
                <a:solidFill>
                  <a:srgbClr val="000000"/>
                </a:solidFill>
                <a:latin typeface="Arial"/>
              </a:rPr>
              <a:t>
The heading “Skills” introduces this part of your portfolio, showing your technical abilities.
The second line (the list) highlights your knowledge in programming languages and tools like:
Data Mining → analyzing data to find useful patterns.
C, C++ → strong foundation in structured and object-oriented programming.
Python → widely used for data science, AI, and automation.
Java → useful for software development and enterprise applications.
JavaScript → for creating dynamic websites and front-end development.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4F"/>
        </a:solidFill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"/>
          <p:cNvSpPr txBox="1"/>
          <p:nvPr/>
        </p:nvSpPr>
        <p:spPr>
          <a:xfrm>
            <a:off x="0" y="249160"/>
            <a:ext cx="4934927" cy="574040"/>
          </a:xfrm>
          <a:prstGeom prst="rect"/>
        </p:spPr>
        <p:txBody>
          <a:bodyPr rtlCol="0" wrap="square">
            <a:spAutoFit/>
          </a:bodyPr>
          <a:p>
            <a:r>
              <a:rPr b="1" sz="3200" lang="en-US">
                <a:solidFill>
                  <a:srgbClr val="000000"/>
                </a:solidFill>
              </a:rPr>
              <a:t>R</a:t>
            </a:r>
            <a:r>
              <a:rPr b="1" sz="3200" lang="en-US">
                <a:solidFill>
                  <a:srgbClr val="000000"/>
                </a:solidFill>
              </a:rPr>
              <a:t>E</a:t>
            </a:r>
            <a:r>
              <a:rPr b="1" sz="3200" lang="en-US">
                <a:solidFill>
                  <a:srgbClr val="000000"/>
                </a:solidFill>
              </a:rPr>
              <a:t>S</a:t>
            </a:r>
            <a:r>
              <a:rPr b="1" sz="3200" lang="en-US">
                <a:solidFill>
                  <a:srgbClr val="000000"/>
                </a:solidFill>
              </a:rPr>
              <a:t>U</a:t>
            </a:r>
            <a:r>
              <a:rPr b="1" sz="3200" lang="en-US">
                <a:solidFill>
                  <a:srgbClr val="000000"/>
                </a:solidFill>
              </a:rPr>
              <a:t>LT</a:t>
            </a:r>
            <a:r>
              <a:rPr b="1" sz="3200" lang="en-US">
                <a:solidFill>
                  <a:srgbClr val="000000"/>
                </a:solidFill>
              </a:rPr>
              <a:t>S</a:t>
            </a:r>
            <a:r>
              <a:rPr b="1" sz="3200" lang="en-US">
                <a:solidFill>
                  <a:srgbClr val="000000"/>
                </a:solidFill>
              </a:rPr>
              <a:t>&amp;</a:t>
            </a:r>
            <a:r>
              <a:rPr b="1" sz="3200" lang="en-US">
                <a:solidFill>
                  <a:srgbClr val="000000"/>
                </a:solidFill>
              </a:rPr>
              <a:t> SCREENSHOT</a:t>
            </a:r>
            <a:r>
              <a:rPr b="1" sz="3200" lang="en-US">
                <a:solidFill>
                  <a:srgbClr val="000000"/>
                </a:solidFill>
              </a:rPr>
              <a:t>S</a:t>
            </a:r>
            <a:r>
              <a:rPr b="1" sz="3200" lang="en-US">
                <a:solidFill>
                  <a:srgbClr val="000000"/>
                </a:solidFill>
              </a:rPr>
              <a:t> </a:t>
            </a:r>
            <a:endParaRPr sz="2800" lang="en-US">
              <a:solidFill>
                <a:srgbClr val="000000"/>
              </a:solidFill>
            </a:endParaRPr>
          </a:p>
        </p:txBody>
      </p:sp>
      <p:pic>
        <p:nvPicPr>
          <p:cNvPr id="2097172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750837" y="1243373"/>
            <a:ext cx="4464438" cy="5726874"/>
          </a:xfrm>
          <a:prstGeom prst="rect"/>
        </p:spPr>
      </p:pic>
      <p:sp>
        <p:nvSpPr>
          <p:cNvPr id="1048688" name=""/>
          <p:cNvSpPr txBox="1"/>
          <p:nvPr/>
        </p:nvSpPr>
        <p:spPr>
          <a:xfrm>
            <a:off x="5521729" y="1243372"/>
            <a:ext cx="6670271" cy="4968241"/>
          </a:xfrm>
          <a:prstGeom prst="rect"/>
        </p:spPr>
        <p:txBody>
          <a:bodyPr rtlCol="0" wrap="square">
            <a:spAutoFit/>
          </a:bodyPr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b="1" sz="3200" lang="en-US">
                <a:solidFill>
                  <a:srgbClr val="000000"/>
                </a:solidFill>
                <a:latin typeface="Arial"/>
              </a:rPr>
              <a:t>E</a:t>
            </a:r>
            <a:r>
              <a:rPr b="1" sz="3200" lang="en-US">
                <a:solidFill>
                  <a:srgbClr val="000000"/>
                </a:solidFill>
                <a:latin typeface="Arial"/>
              </a:rPr>
              <a:t>X</a:t>
            </a:r>
            <a:r>
              <a:rPr b="1" sz="3200" lang="en-US">
                <a:solidFill>
                  <a:srgbClr val="000000"/>
                </a:solidFill>
                <a:latin typeface="Arial"/>
              </a:rPr>
              <a:t>P</a:t>
            </a:r>
            <a:r>
              <a:rPr b="1" sz="3200" lang="en-US">
                <a:solidFill>
                  <a:srgbClr val="000000"/>
                </a:solidFill>
                <a:latin typeface="Arial"/>
              </a:rPr>
              <a:t>L</a:t>
            </a:r>
            <a:r>
              <a:rPr b="1" sz="3200" lang="en-US">
                <a:solidFill>
                  <a:srgbClr val="000000"/>
                </a:solidFill>
                <a:latin typeface="Arial"/>
              </a:rPr>
              <a:t>A</a:t>
            </a:r>
            <a:r>
              <a:rPr b="1" sz="3200" lang="en-US">
                <a:solidFill>
                  <a:srgbClr val="000000"/>
                </a:solidFill>
                <a:latin typeface="Arial"/>
              </a:rPr>
              <a:t>NATION </a:t>
            </a:r>
            <a:r>
              <a:rPr b="1" sz="3200" lang="en-US">
                <a:solidFill>
                  <a:srgbClr val="000000"/>
                </a:solidFill>
                <a:latin typeface="Arial"/>
              </a:rPr>
              <a:t>:</a:t>
            </a:r>
            <a:endParaRPr sz="3600" lang="en-US">
              <a:solidFill>
                <a:srgbClr val="000000"/>
              </a:solidFill>
            </a:endParaRPr>
          </a:p>
          <a:p>
            <a:endParaRPr sz="3600" lang="en-US">
              <a:solidFill>
                <a:srgbClr val="000000"/>
              </a:solidFill>
            </a:endParaRPr>
          </a:p>
          <a:p>
            <a:r>
              <a:rPr sz="3200" lang="en-US">
                <a:solidFill>
                  <a:srgbClr val="000000"/>
                </a:solidFill>
                <a:latin typeface="Arial"/>
              </a:rPr>
              <a:t>The heading “Contact” shows that this section provides your communication details.</a:t>
            </a:r>
            <a:endParaRPr sz="3600" lang="en-US">
              <a:solidFill>
                <a:srgbClr val="000000"/>
              </a:solidFill>
            </a:endParaRPr>
          </a:p>
          <a:p>
            <a:r>
              <a:rPr sz="3200" lang="en-US">
                <a:solidFill>
                  <a:srgbClr val="000000"/>
                </a:solidFill>
                <a:latin typeface="Arial"/>
              </a:rPr>
              <a:t>The second line (details) includes:</a:t>
            </a:r>
            <a:endParaRPr sz="3600" lang="en-US">
              <a:solidFill>
                <a:srgbClr val="000000"/>
              </a:solidFill>
            </a:endParaRPr>
          </a:p>
          <a:p>
            <a:r>
              <a:rPr sz="3200" lang="en-US">
                <a:solidFill>
                  <a:srgbClr val="000000"/>
                </a:solidFill>
                <a:latin typeface="Arial"/>
              </a:rPr>
              <a:t>Email → pkp302520@gmail.com</a:t>
            </a:r>
            <a:endParaRPr sz="3600" lang="en-US">
              <a:solidFill>
                <a:srgbClr val="000000"/>
              </a:solidFill>
            </a:endParaRPr>
          </a:p>
          <a:p>
            <a:r>
              <a:rPr sz="3200" lang="en-US">
                <a:solidFill>
                  <a:srgbClr val="000000"/>
                </a:solidFill>
                <a:latin typeface="Arial"/>
              </a:rPr>
              <a:t>Phone → +91-8122879540</a:t>
            </a:r>
            <a:endParaRPr sz="3600" lang="en-US">
              <a:solidFill>
                <a:srgbClr val="000000"/>
              </a:solidFill>
            </a:endParaRPr>
          </a:p>
          <a:p>
            <a:r>
              <a:rPr sz="3200" lang="en-US">
                <a:solidFill>
                  <a:srgbClr val="000000"/>
                </a:solidFill>
                <a:latin typeface="Arial"/>
              </a:rPr>
              <a:t>Location → Tirupur, India</a:t>
            </a:r>
            <a:endParaRPr sz="3600" lang="en-US">
              <a:solidFill>
                <a:srgbClr val="000000"/>
              </a:solidFill>
            </a:endParaRPr>
          </a:p>
          <a:p>
            <a:r>
              <a:rPr sz="3200" lang="en-US">
                <a:solidFill>
                  <a:srgbClr val="000000"/>
                </a:solidFill>
                <a:latin typeface="Arial"/>
              </a:rPr>
              <a:t>Instagram link → your social profile for networking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4F"/>
        </a:solidFill>
      </p:bgPr>
    </p:bg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"/>
          <p:cNvSpPr txBox="1"/>
          <p:nvPr/>
        </p:nvSpPr>
        <p:spPr>
          <a:xfrm>
            <a:off x="314061" y="611812"/>
            <a:ext cx="4000000" cy="624840"/>
          </a:xfrm>
          <a:prstGeom prst="rect"/>
        </p:spPr>
        <p:txBody>
          <a:bodyPr rtlCol="0" wrap="square">
            <a:spAutoFit/>
          </a:bodyPr>
          <a:p>
            <a:r>
              <a:rPr b="1" sz="3600" lang="en-US">
                <a:solidFill>
                  <a:srgbClr val="000000"/>
                </a:solidFill>
              </a:rPr>
              <a:t>C</a:t>
            </a:r>
            <a:r>
              <a:rPr b="1" sz="3600" lang="en-US">
                <a:solidFill>
                  <a:srgbClr val="000000"/>
                </a:solidFill>
              </a:rPr>
              <a:t>O</a:t>
            </a:r>
            <a:r>
              <a:rPr b="1" sz="3600" lang="en-US">
                <a:solidFill>
                  <a:srgbClr val="000000"/>
                </a:solidFill>
              </a:rPr>
              <a:t>N</a:t>
            </a:r>
            <a:r>
              <a:rPr b="1" sz="3600" lang="en-US">
                <a:solidFill>
                  <a:srgbClr val="000000"/>
                </a:solidFill>
              </a:rPr>
              <a:t>C</a:t>
            </a:r>
            <a:r>
              <a:rPr b="1" sz="3600" lang="en-US">
                <a:solidFill>
                  <a:srgbClr val="000000"/>
                </a:solidFill>
              </a:rPr>
              <a:t>L</a:t>
            </a:r>
            <a:r>
              <a:rPr b="1" sz="3600" lang="en-US">
                <a:solidFill>
                  <a:srgbClr val="000000"/>
                </a:solidFill>
              </a:rPr>
              <a:t>USION </a:t>
            </a:r>
            <a:endParaRPr sz="2800" lang="en-US">
              <a:solidFill>
                <a:srgbClr val="000000"/>
              </a:solidFill>
            </a:endParaRPr>
          </a:p>
        </p:txBody>
      </p:sp>
      <p:sp>
        <p:nvSpPr>
          <p:cNvPr id="1048690" name=""/>
          <p:cNvSpPr txBox="1"/>
          <p:nvPr/>
        </p:nvSpPr>
        <p:spPr>
          <a:xfrm>
            <a:off x="2160337" y="1236651"/>
            <a:ext cx="8859842" cy="5463539"/>
          </a:xfrm>
          <a:prstGeom prst="rect"/>
        </p:spPr>
        <p:txBody>
          <a:bodyPr rtlCol="0" wrap="square">
            <a:spAutoFit/>
          </a:bodyPr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4000" lang="en-US">
                <a:solidFill>
                  <a:srgbClr val="000000"/>
                </a:solidFill>
                <a:latin typeface="Arial"/>
              </a:rPr>
              <a:t>The development of the portfolio project successfully achieved its goal of creating a professional. user-friendly, and visually appealing platform to showcase skills, projects, and experiences. The responsive design ensures accessibility across various devices, while the integration of multimedia elements and third-party links enhances the portfolio's effectiveness and reach.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Face Mask Detection using Convolutional Neural Network (CNN)  </dc:title>
  <dc:creator>Konduru Narasimha</dc:creator>
  <cp:lastModifiedBy>Nanthini Mohan</cp:lastModifiedBy>
  <dcterms:created xsi:type="dcterms:W3CDTF">2024-03-27T19:07:22Z</dcterms:created>
  <dcterms:modified xsi:type="dcterms:W3CDTF">2025-08-29T02:23:42Z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  <property fmtid="{D5CDD505-2E9C-101B-9397-08002B2CF9AE}" pid="4" name="ICV">
    <vt:lpwstr>9a7d219b9e4c45a0a9531393cee66160</vt:lpwstr>
  </property>
</Properties>
</file>